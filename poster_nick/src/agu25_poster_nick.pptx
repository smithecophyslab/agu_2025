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49377600" cy="3840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/>
    <p:restoredTop sz="94632"/>
  </p:normalViewPr>
  <p:slideViewPr>
    <p:cSldViewPr snapToGrid="0">
      <p:cViewPr>
        <p:scale>
          <a:sx n="70" d="100"/>
          <a:sy n="70" d="100"/>
        </p:scale>
        <p:origin x="-4904" y="-9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320" y="6285233"/>
            <a:ext cx="41970960" cy="13370560"/>
          </a:xfrm>
        </p:spPr>
        <p:txBody>
          <a:bodyPr anchor="b"/>
          <a:lstStyle>
            <a:lvl1pPr algn="ctr">
              <a:defRPr sz="3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2200" y="20171413"/>
            <a:ext cx="37033200" cy="9272267"/>
          </a:xfrm>
        </p:spPr>
        <p:txBody>
          <a:bodyPr/>
          <a:lstStyle>
            <a:lvl1pPr marL="0" indent="0" algn="ctr">
              <a:buNone/>
              <a:defRPr sz="12960"/>
            </a:lvl1pPr>
            <a:lvl2pPr marL="2468880" indent="0" algn="ctr">
              <a:buNone/>
              <a:defRPr sz="10800"/>
            </a:lvl2pPr>
            <a:lvl3pPr marL="4937760" indent="0" algn="ctr">
              <a:buNone/>
              <a:defRPr sz="9720"/>
            </a:lvl3pPr>
            <a:lvl4pPr marL="7406640" indent="0" algn="ctr">
              <a:buNone/>
              <a:defRPr sz="8640"/>
            </a:lvl4pPr>
            <a:lvl5pPr marL="9875520" indent="0" algn="ctr">
              <a:buNone/>
              <a:defRPr sz="8640"/>
            </a:lvl5pPr>
            <a:lvl6pPr marL="12344400" indent="0" algn="ctr">
              <a:buNone/>
              <a:defRPr sz="8640"/>
            </a:lvl6pPr>
            <a:lvl7pPr marL="14813280" indent="0" algn="ctr">
              <a:buNone/>
              <a:defRPr sz="8640"/>
            </a:lvl7pPr>
            <a:lvl8pPr marL="17282160" indent="0" algn="ctr">
              <a:buNone/>
              <a:defRPr sz="8640"/>
            </a:lvl8pPr>
            <a:lvl9pPr marL="19751040" indent="0" algn="ctr">
              <a:buNone/>
              <a:defRPr sz="8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D247-F469-A149-B922-F48E5BFAAB80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4B26-419C-514E-ACCD-D9A3CA3F5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0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D247-F469-A149-B922-F48E5BFAAB80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4B26-419C-514E-ACCD-D9A3CA3F5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89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995" y="9574541"/>
            <a:ext cx="42588180" cy="15975327"/>
          </a:xfrm>
        </p:spPr>
        <p:txBody>
          <a:bodyPr anchor="b"/>
          <a:lstStyle>
            <a:lvl1pPr>
              <a:defRPr sz="3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68995" y="25701001"/>
            <a:ext cx="42588180" cy="8401047"/>
          </a:xfrm>
        </p:spPr>
        <p:txBody>
          <a:bodyPr/>
          <a:lstStyle>
            <a:lvl1pPr marL="0" indent="0">
              <a:buNone/>
              <a:defRPr sz="12960">
                <a:solidFill>
                  <a:schemeClr val="tx1">
                    <a:tint val="82000"/>
                  </a:schemeClr>
                </a:solidFill>
              </a:defRPr>
            </a:lvl1pPr>
            <a:lvl2pPr marL="2468880" indent="0">
              <a:buNone/>
              <a:defRPr sz="10800">
                <a:solidFill>
                  <a:schemeClr val="tx1">
                    <a:tint val="82000"/>
                  </a:schemeClr>
                </a:solidFill>
              </a:defRPr>
            </a:lvl2pPr>
            <a:lvl3pPr marL="4937760" indent="0">
              <a:buNone/>
              <a:defRPr sz="9720">
                <a:solidFill>
                  <a:schemeClr val="tx1">
                    <a:tint val="82000"/>
                  </a:schemeClr>
                </a:solidFill>
              </a:defRPr>
            </a:lvl3pPr>
            <a:lvl4pPr marL="740664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4pPr>
            <a:lvl5pPr marL="98755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5pPr>
            <a:lvl6pPr marL="1234440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6pPr>
            <a:lvl7pPr marL="1481328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7pPr>
            <a:lvl8pPr marL="1728216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8pPr>
            <a:lvl9pPr marL="1975104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D247-F469-A149-B922-F48E5BFAAB80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4B26-419C-514E-ACCD-D9A3CA3F5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73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94710" y="10223500"/>
            <a:ext cx="2098548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97410" y="10223500"/>
            <a:ext cx="2098548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D247-F469-A149-B922-F48E5BFAAB80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4B26-419C-514E-ACCD-D9A3CA3F5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6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1" y="2044708"/>
            <a:ext cx="42588180" cy="74231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01147" y="9414513"/>
            <a:ext cx="20889036" cy="4613907"/>
          </a:xfrm>
        </p:spPr>
        <p:txBody>
          <a:bodyPr anchor="b"/>
          <a:lstStyle>
            <a:lvl1pPr marL="0" indent="0">
              <a:buNone/>
              <a:defRPr sz="12960" b="1"/>
            </a:lvl1pPr>
            <a:lvl2pPr marL="2468880" indent="0">
              <a:buNone/>
              <a:defRPr sz="10800" b="1"/>
            </a:lvl2pPr>
            <a:lvl3pPr marL="4937760" indent="0">
              <a:buNone/>
              <a:defRPr sz="9720" b="1"/>
            </a:lvl3pPr>
            <a:lvl4pPr marL="7406640" indent="0">
              <a:buNone/>
              <a:defRPr sz="8640" b="1"/>
            </a:lvl4pPr>
            <a:lvl5pPr marL="9875520" indent="0">
              <a:buNone/>
              <a:defRPr sz="8640" b="1"/>
            </a:lvl5pPr>
            <a:lvl6pPr marL="12344400" indent="0">
              <a:buNone/>
              <a:defRPr sz="8640" b="1"/>
            </a:lvl6pPr>
            <a:lvl7pPr marL="14813280" indent="0">
              <a:buNone/>
              <a:defRPr sz="8640" b="1"/>
            </a:lvl7pPr>
            <a:lvl8pPr marL="17282160" indent="0">
              <a:buNone/>
              <a:defRPr sz="8640" b="1"/>
            </a:lvl8pPr>
            <a:lvl9pPr marL="19751040" indent="0">
              <a:buNone/>
              <a:defRPr sz="8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01147" y="14028420"/>
            <a:ext cx="20889036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997413" y="9414513"/>
            <a:ext cx="20991911" cy="4613907"/>
          </a:xfrm>
        </p:spPr>
        <p:txBody>
          <a:bodyPr anchor="b"/>
          <a:lstStyle>
            <a:lvl1pPr marL="0" indent="0">
              <a:buNone/>
              <a:defRPr sz="12960" b="1"/>
            </a:lvl1pPr>
            <a:lvl2pPr marL="2468880" indent="0">
              <a:buNone/>
              <a:defRPr sz="10800" b="1"/>
            </a:lvl2pPr>
            <a:lvl3pPr marL="4937760" indent="0">
              <a:buNone/>
              <a:defRPr sz="9720" b="1"/>
            </a:lvl3pPr>
            <a:lvl4pPr marL="7406640" indent="0">
              <a:buNone/>
              <a:defRPr sz="8640" b="1"/>
            </a:lvl4pPr>
            <a:lvl5pPr marL="9875520" indent="0">
              <a:buNone/>
              <a:defRPr sz="8640" b="1"/>
            </a:lvl5pPr>
            <a:lvl6pPr marL="12344400" indent="0">
              <a:buNone/>
              <a:defRPr sz="8640" b="1"/>
            </a:lvl6pPr>
            <a:lvl7pPr marL="14813280" indent="0">
              <a:buNone/>
              <a:defRPr sz="8640" b="1"/>
            </a:lvl7pPr>
            <a:lvl8pPr marL="17282160" indent="0">
              <a:buNone/>
              <a:defRPr sz="8640" b="1"/>
            </a:lvl8pPr>
            <a:lvl9pPr marL="19751040" indent="0">
              <a:buNone/>
              <a:defRPr sz="8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997413" y="14028420"/>
            <a:ext cx="20991911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D247-F469-A149-B922-F48E5BFAAB80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4B26-419C-514E-ACCD-D9A3CA3F5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8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D247-F469-A149-B922-F48E5BFAAB80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4B26-419C-514E-ACCD-D9A3CA3F5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7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D247-F469-A149-B922-F48E5BFAAB80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4B26-419C-514E-ACCD-D9A3CA3F5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02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2" y="2560320"/>
            <a:ext cx="15925561" cy="8961120"/>
          </a:xfrm>
        </p:spPr>
        <p:txBody>
          <a:bodyPr anchor="b"/>
          <a:lstStyle>
            <a:lvl1pPr>
              <a:defRPr sz="17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91911" y="5529588"/>
            <a:ext cx="24997410" cy="27292300"/>
          </a:xfrm>
        </p:spPr>
        <p:txBody>
          <a:bodyPr/>
          <a:lstStyle>
            <a:lvl1pPr>
              <a:defRPr sz="17280"/>
            </a:lvl1pPr>
            <a:lvl2pPr>
              <a:defRPr sz="15120"/>
            </a:lvl2pPr>
            <a:lvl3pPr>
              <a:defRPr sz="12960"/>
            </a:lvl3pPr>
            <a:lvl4pPr>
              <a:defRPr sz="10800"/>
            </a:lvl4pPr>
            <a:lvl5pPr>
              <a:defRPr sz="10800"/>
            </a:lvl5pPr>
            <a:lvl6pPr>
              <a:defRPr sz="10800"/>
            </a:lvl6pPr>
            <a:lvl7pPr>
              <a:defRPr sz="10800"/>
            </a:lvl7pPr>
            <a:lvl8pPr>
              <a:defRPr sz="10800"/>
            </a:lvl8pPr>
            <a:lvl9pPr>
              <a:defRPr sz="10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1142" y="11521440"/>
            <a:ext cx="15925561" cy="21344893"/>
          </a:xfrm>
        </p:spPr>
        <p:txBody>
          <a:bodyPr/>
          <a:lstStyle>
            <a:lvl1pPr marL="0" indent="0">
              <a:buNone/>
              <a:defRPr sz="8640"/>
            </a:lvl1pPr>
            <a:lvl2pPr marL="2468880" indent="0">
              <a:buNone/>
              <a:defRPr sz="7560"/>
            </a:lvl2pPr>
            <a:lvl3pPr marL="4937760" indent="0">
              <a:buNone/>
              <a:defRPr sz="6480"/>
            </a:lvl3pPr>
            <a:lvl4pPr marL="7406640" indent="0">
              <a:buNone/>
              <a:defRPr sz="5400"/>
            </a:lvl4pPr>
            <a:lvl5pPr marL="9875520" indent="0">
              <a:buNone/>
              <a:defRPr sz="5400"/>
            </a:lvl5pPr>
            <a:lvl6pPr marL="12344400" indent="0">
              <a:buNone/>
              <a:defRPr sz="5400"/>
            </a:lvl6pPr>
            <a:lvl7pPr marL="14813280" indent="0">
              <a:buNone/>
              <a:defRPr sz="5400"/>
            </a:lvl7pPr>
            <a:lvl8pPr marL="17282160" indent="0">
              <a:buNone/>
              <a:defRPr sz="5400"/>
            </a:lvl8pPr>
            <a:lvl9pPr marL="19751040" indent="0">
              <a:buNone/>
              <a:defRPr sz="5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D247-F469-A149-B922-F48E5BFAAB80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4B26-419C-514E-ACCD-D9A3CA3F5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92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2" y="2560320"/>
            <a:ext cx="15925561" cy="8961120"/>
          </a:xfrm>
        </p:spPr>
        <p:txBody>
          <a:bodyPr anchor="b"/>
          <a:lstStyle>
            <a:lvl1pPr>
              <a:defRPr sz="17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991911" y="5529588"/>
            <a:ext cx="24997410" cy="27292300"/>
          </a:xfrm>
        </p:spPr>
        <p:txBody>
          <a:bodyPr anchor="t"/>
          <a:lstStyle>
            <a:lvl1pPr marL="0" indent="0">
              <a:buNone/>
              <a:defRPr sz="17280"/>
            </a:lvl1pPr>
            <a:lvl2pPr marL="2468880" indent="0">
              <a:buNone/>
              <a:defRPr sz="15120"/>
            </a:lvl2pPr>
            <a:lvl3pPr marL="4937760" indent="0">
              <a:buNone/>
              <a:defRPr sz="12960"/>
            </a:lvl3pPr>
            <a:lvl4pPr marL="7406640" indent="0">
              <a:buNone/>
              <a:defRPr sz="10800"/>
            </a:lvl4pPr>
            <a:lvl5pPr marL="9875520" indent="0">
              <a:buNone/>
              <a:defRPr sz="10800"/>
            </a:lvl5pPr>
            <a:lvl6pPr marL="12344400" indent="0">
              <a:buNone/>
              <a:defRPr sz="10800"/>
            </a:lvl6pPr>
            <a:lvl7pPr marL="14813280" indent="0">
              <a:buNone/>
              <a:defRPr sz="10800"/>
            </a:lvl7pPr>
            <a:lvl8pPr marL="17282160" indent="0">
              <a:buNone/>
              <a:defRPr sz="10800"/>
            </a:lvl8pPr>
            <a:lvl9pPr marL="19751040" indent="0">
              <a:buNone/>
              <a:defRPr sz="10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1142" y="11521440"/>
            <a:ext cx="15925561" cy="21344893"/>
          </a:xfrm>
        </p:spPr>
        <p:txBody>
          <a:bodyPr/>
          <a:lstStyle>
            <a:lvl1pPr marL="0" indent="0">
              <a:buNone/>
              <a:defRPr sz="8640"/>
            </a:lvl1pPr>
            <a:lvl2pPr marL="2468880" indent="0">
              <a:buNone/>
              <a:defRPr sz="7560"/>
            </a:lvl2pPr>
            <a:lvl3pPr marL="4937760" indent="0">
              <a:buNone/>
              <a:defRPr sz="6480"/>
            </a:lvl3pPr>
            <a:lvl4pPr marL="7406640" indent="0">
              <a:buNone/>
              <a:defRPr sz="5400"/>
            </a:lvl4pPr>
            <a:lvl5pPr marL="9875520" indent="0">
              <a:buNone/>
              <a:defRPr sz="5400"/>
            </a:lvl5pPr>
            <a:lvl6pPr marL="12344400" indent="0">
              <a:buNone/>
              <a:defRPr sz="5400"/>
            </a:lvl6pPr>
            <a:lvl7pPr marL="14813280" indent="0">
              <a:buNone/>
              <a:defRPr sz="5400"/>
            </a:lvl7pPr>
            <a:lvl8pPr marL="17282160" indent="0">
              <a:buNone/>
              <a:defRPr sz="5400"/>
            </a:lvl8pPr>
            <a:lvl9pPr marL="19751040" indent="0">
              <a:buNone/>
              <a:defRPr sz="5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D247-F469-A149-B922-F48E5BFAAB80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4B26-419C-514E-ACCD-D9A3CA3F5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596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D247-F469-A149-B922-F48E5BFAAB80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4B26-419C-514E-ACCD-D9A3CA3F5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1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335848" y="2044700"/>
            <a:ext cx="10647045" cy="325462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94713" y="2044700"/>
            <a:ext cx="31323915" cy="325462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D247-F469-A149-B922-F48E5BFAAB80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4B26-419C-514E-ACCD-D9A3CA3F5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80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94710" y="2044708"/>
            <a:ext cx="42588180" cy="7423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94710" y="10223500"/>
            <a:ext cx="42588180" cy="24367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94710" y="35595568"/>
            <a:ext cx="1110996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BD247-F469-A149-B922-F48E5BFAAB80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56330" y="35595568"/>
            <a:ext cx="1666494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872930" y="35595568"/>
            <a:ext cx="1110996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B4B26-419C-514E-ACCD-D9A3CA3F5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78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937760" rtl="0" eaLnBrk="1" latinLnBrk="0" hangingPunct="1">
        <a:lnSpc>
          <a:spcPct val="90000"/>
        </a:lnSpc>
        <a:spcBef>
          <a:spcPct val="0"/>
        </a:spcBef>
        <a:buNone/>
        <a:defRPr sz="23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34440" indent="-1234440" algn="l" defTabSz="4937760" rtl="0" eaLnBrk="1" latinLnBrk="0" hangingPunct="1">
        <a:lnSpc>
          <a:spcPct val="90000"/>
        </a:lnSpc>
        <a:spcBef>
          <a:spcPts val="5400"/>
        </a:spcBef>
        <a:buFont typeface="Arial" panose="020B0604020202020204" pitchFamily="34" charset="0"/>
        <a:buChar char="•"/>
        <a:defRPr sz="15120" kern="1200">
          <a:solidFill>
            <a:schemeClr val="tx1"/>
          </a:solidFill>
          <a:latin typeface="+mn-lt"/>
          <a:ea typeface="+mn-ea"/>
          <a:cs typeface="+mn-cs"/>
        </a:defRPr>
      </a:lvl1pPr>
      <a:lvl2pPr marL="3703320" indent="-1234440" algn="l" defTabSz="4937760" rtl="0" eaLnBrk="1" latinLnBrk="0" hangingPunct="1">
        <a:lnSpc>
          <a:spcPct val="90000"/>
        </a:lnSpc>
        <a:spcBef>
          <a:spcPts val="2700"/>
        </a:spcBef>
        <a:buFont typeface="Arial" panose="020B0604020202020204" pitchFamily="34" charset="0"/>
        <a:buChar char="•"/>
        <a:defRPr sz="12960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0" indent="-1234440" algn="l" defTabSz="4937760" rtl="0" eaLnBrk="1" latinLnBrk="0" hangingPunct="1">
        <a:lnSpc>
          <a:spcPct val="90000"/>
        </a:lnSpc>
        <a:spcBef>
          <a:spcPts val="2700"/>
        </a:spcBef>
        <a:buFont typeface="Arial" panose="020B0604020202020204" pitchFamily="34" charset="0"/>
        <a:buChar char="•"/>
        <a:defRPr sz="10800" kern="1200">
          <a:solidFill>
            <a:schemeClr val="tx1"/>
          </a:solidFill>
          <a:latin typeface="+mn-lt"/>
          <a:ea typeface="+mn-ea"/>
          <a:cs typeface="+mn-cs"/>
        </a:defRPr>
      </a:lvl3pPr>
      <a:lvl4pPr marL="8641080" indent="-1234440" algn="l" defTabSz="4937760" rtl="0" eaLnBrk="1" latinLnBrk="0" hangingPunct="1">
        <a:lnSpc>
          <a:spcPct val="90000"/>
        </a:lnSpc>
        <a:spcBef>
          <a:spcPts val="2700"/>
        </a:spcBef>
        <a:buFont typeface="Arial" panose="020B0604020202020204" pitchFamily="34" charset="0"/>
        <a:buChar char="•"/>
        <a:defRPr sz="9720" kern="1200">
          <a:solidFill>
            <a:schemeClr val="tx1"/>
          </a:solidFill>
          <a:latin typeface="+mn-lt"/>
          <a:ea typeface="+mn-ea"/>
          <a:cs typeface="+mn-cs"/>
        </a:defRPr>
      </a:lvl4pPr>
      <a:lvl5pPr marL="11109960" indent="-1234440" algn="l" defTabSz="4937760" rtl="0" eaLnBrk="1" latinLnBrk="0" hangingPunct="1">
        <a:lnSpc>
          <a:spcPct val="90000"/>
        </a:lnSpc>
        <a:spcBef>
          <a:spcPts val="2700"/>
        </a:spcBef>
        <a:buFont typeface="Arial" panose="020B0604020202020204" pitchFamily="34" charset="0"/>
        <a:buChar char="•"/>
        <a:defRPr sz="9720" kern="1200">
          <a:solidFill>
            <a:schemeClr val="tx1"/>
          </a:solidFill>
          <a:latin typeface="+mn-lt"/>
          <a:ea typeface="+mn-ea"/>
          <a:cs typeface="+mn-cs"/>
        </a:defRPr>
      </a:lvl5pPr>
      <a:lvl6pPr marL="13578840" indent="-1234440" algn="l" defTabSz="4937760" rtl="0" eaLnBrk="1" latinLnBrk="0" hangingPunct="1">
        <a:lnSpc>
          <a:spcPct val="90000"/>
        </a:lnSpc>
        <a:spcBef>
          <a:spcPts val="2700"/>
        </a:spcBef>
        <a:buFont typeface="Arial" panose="020B0604020202020204" pitchFamily="34" charset="0"/>
        <a:buChar char="•"/>
        <a:defRPr sz="9720" kern="1200">
          <a:solidFill>
            <a:schemeClr val="tx1"/>
          </a:solidFill>
          <a:latin typeface="+mn-lt"/>
          <a:ea typeface="+mn-ea"/>
          <a:cs typeface="+mn-cs"/>
        </a:defRPr>
      </a:lvl6pPr>
      <a:lvl7pPr marL="16047720" indent="-1234440" algn="l" defTabSz="4937760" rtl="0" eaLnBrk="1" latinLnBrk="0" hangingPunct="1">
        <a:lnSpc>
          <a:spcPct val="90000"/>
        </a:lnSpc>
        <a:spcBef>
          <a:spcPts val="2700"/>
        </a:spcBef>
        <a:buFont typeface="Arial" panose="020B0604020202020204" pitchFamily="34" charset="0"/>
        <a:buChar char="•"/>
        <a:defRPr sz="9720" kern="1200">
          <a:solidFill>
            <a:schemeClr val="tx1"/>
          </a:solidFill>
          <a:latin typeface="+mn-lt"/>
          <a:ea typeface="+mn-ea"/>
          <a:cs typeface="+mn-cs"/>
        </a:defRPr>
      </a:lvl7pPr>
      <a:lvl8pPr marL="18516600" indent="-1234440" algn="l" defTabSz="4937760" rtl="0" eaLnBrk="1" latinLnBrk="0" hangingPunct="1">
        <a:lnSpc>
          <a:spcPct val="90000"/>
        </a:lnSpc>
        <a:spcBef>
          <a:spcPts val="2700"/>
        </a:spcBef>
        <a:buFont typeface="Arial" panose="020B0604020202020204" pitchFamily="34" charset="0"/>
        <a:buChar char="•"/>
        <a:defRPr sz="9720" kern="1200">
          <a:solidFill>
            <a:schemeClr val="tx1"/>
          </a:solidFill>
          <a:latin typeface="+mn-lt"/>
          <a:ea typeface="+mn-ea"/>
          <a:cs typeface="+mn-cs"/>
        </a:defRPr>
      </a:lvl8pPr>
      <a:lvl9pPr marL="20985480" indent="-1234440" algn="l" defTabSz="4937760" rtl="0" eaLnBrk="1" latinLnBrk="0" hangingPunct="1">
        <a:lnSpc>
          <a:spcPct val="90000"/>
        </a:lnSpc>
        <a:spcBef>
          <a:spcPts val="2700"/>
        </a:spcBef>
        <a:buFont typeface="Arial" panose="020B0604020202020204" pitchFamily="34" charset="0"/>
        <a:buChar char="•"/>
        <a:defRPr sz="9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37760" rtl="0" eaLnBrk="1" latinLnBrk="0" hangingPunct="1">
        <a:defRPr sz="972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algn="l" defTabSz="4937760" rtl="0" eaLnBrk="1" latinLnBrk="0" hangingPunct="1">
        <a:defRPr sz="9720" kern="1200">
          <a:solidFill>
            <a:schemeClr val="tx1"/>
          </a:solidFill>
          <a:latin typeface="+mn-lt"/>
          <a:ea typeface="+mn-ea"/>
          <a:cs typeface="+mn-cs"/>
        </a:defRPr>
      </a:lvl2pPr>
      <a:lvl3pPr marL="4937760" algn="l" defTabSz="4937760" rtl="0" eaLnBrk="1" latinLnBrk="0" hangingPunct="1">
        <a:defRPr sz="9720" kern="1200">
          <a:solidFill>
            <a:schemeClr val="tx1"/>
          </a:solidFill>
          <a:latin typeface="+mn-lt"/>
          <a:ea typeface="+mn-ea"/>
          <a:cs typeface="+mn-cs"/>
        </a:defRPr>
      </a:lvl3pPr>
      <a:lvl4pPr marL="7406640" algn="l" defTabSz="4937760" rtl="0" eaLnBrk="1" latinLnBrk="0" hangingPunct="1">
        <a:defRPr sz="972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algn="l" defTabSz="4937760" rtl="0" eaLnBrk="1" latinLnBrk="0" hangingPunct="1">
        <a:defRPr sz="9720" kern="1200">
          <a:solidFill>
            <a:schemeClr val="tx1"/>
          </a:solidFill>
          <a:latin typeface="+mn-lt"/>
          <a:ea typeface="+mn-ea"/>
          <a:cs typeface="+mn-cs"/>
        </a:defRPr>
      </a:lvl5pPr>
      <a:lvl6pPr marL="12344400" algn="l" defTabSz="4937760" rtl="0" eaLnBrk="1" latinLnBrk="0" hangingPunct="1">
        <a:defRPr sz="9720" kern="1200">
          <a:solidFill>
            <a:schemeClr val="tx1"/>
          </a:solidFill>
          <a:latin typeface="+mn-lt"/>
          <a:ea typeface="+mn-ea"/>
          <a:cs typeface="+mn-cs"/>
        </a:defRPr>
      </a:lvl6pPr>
      <a:lvl7pPr marL="14813280" algn="l" defTabSz="4937760" rtl="0" eaLnBrk="1" latinLnBrk="0" hangingPunct="1">
        <a:defRPr sz="9720" kern="1200">
          <a:solidFill>
            <a:schemeClr val="tx1"/>
          </a:solidFill>
          <a:latin typeface="+mn-lt"/>
          <a:ea typeface="+mn-ea"/>
          <a:cs typeface="+mn-cs"/>
        </a:defRPr>
      </a:lvl7pPr>
      <a:lvl8pPr marL="17282160" algn="l" defTabSz="4937760" rtl="0" eaLnBrk="1" latinLnBrk="0" hangingPunct="1">
        <a:defRPr sz="9720" kern="1200">
          <a:solidFill>
            <a:schemeClr val="tx1"/>
          </a:solidFill>
          <a:latin typeface="+mn-lt"/>
          <a:ea typeface="+mn-ea"/>
          <a:cs typeface="+mn-cs"/>
        </a:defRPr>
      </a:lvl8pPr>
      <a:lvl9pPr marL="19751040" algn="l" defTabSz="4937760" rtl="0" eaLnBrk="1" latinLnBrk="0" hangingPunct="1">
        <a:defRPr sz="9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F7A1D8-C470-5A20-3663-FAD3A41C3E8F}"/>
              </a:ext>
            </a:extLst>
          </p:cNvPr>
          <p:cNvSpPr txBox="1"/>
          <p:nvPr/>
        </p:nvSpPr>
        <p:spPr>
          <a:xfrm>
            <a:off x="0" y="914400"/>
            <a:ext cx="493776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Global patterns of optimal photosynthetic strategies</a:t>
            </a:r>
            <a:endParaRPr lang="en-US" sz="2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/>
            <a:endParaRPr lang="en-US" sz="6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/>
            <a:r>
              <a:rPr lang="en-US" sz="8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Nick Smith (nick.smith@ttu.edu)</a:t>
            </a:r>
          </a:p>
          <a:p>
            <a:pPr algn="ctr"/>
            <a:r>
              <a:rPr lang="en-US" sz="8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Texas Tech University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691B0-4451-BD4B-1C65-FAB868154A51}"/>
              </a:ext>
            </a:extLst>
          </p:cNvPr>
          <p:cNvSpPr txBox="1"/>
          <p:nvPr/>
        </p:nvSpPr>
        <p:spPr>
          <a:xfrm>
            <a:off x="0" y="8772053"/>
            <a:ext cx="15544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(a) Eco-evolutionary optimality theory can predict photosynthetic traits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332541-2148-86FF-3196-9879F69F8D4A}"/>
              </a:ext>
            </a:extLst>
          </p:cNvPr>
          <p:cNvSpPr txBox="1"/>
          <p:nvPr/>
        </p:nvSpPr>
        <p:spPr>
          <a:xfrm>
            <a:off x="0" y="23774400"/>
            <a:ext cx="15544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(b) I simulated multi-trait </a:t>
            </a:r>
            <a:r>
              <a:rPr lang="en-US" sz="7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photosynthetic strategies</a:t>
            </a:r>
            <a:r>
              <a:rPr lang="en-US" sz="7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at global and local scales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2B66B-E11B-4C38-B2BE-32E1258E4788}"/>
              </a:ext>
            </a:extLst>
          </p:cNvPr>
          <p:cNvSpPr txBox="1"/>
          <p:nvPr/>
        </p:nvSpPr>
        <p:spPr>
          <a:xfrm>
            <a:off x="16916400" y="8772053"/>
            <a:ext cx="15544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(c) Global photosynthetic strategies are defined by plant type and climate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02A81A-56C2-ECC0-2C72-39498FDBCFAF}"/>
              </a:ext>
            </a:extLst>
          </p:cNvPr>
          <p:cNvSpPr txBox="1"/>
          <p:nvPr/>
        </p:nvSpPr>
        <p:spPr>
          <a:xfrm>
            <a:off x="33832800" y="8772053"/>
            <a:ext cx="15544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(e) Locally, there is greater within- than across-site variability in strategies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7BE9FF-7CB8-CF8B-FA62-A7BB708E96B0}"/>
              </a:ext>
            </a:extLst>
          </p:cNvPr>
          <p:cNvSpPr txBox="1"/>
          <p:nvPr/>
        </p:nvSpPr>
        <p:spPr>
          <a:xfrm>
            <a:off x="16916400" y="23774400"/>
            <a:ext cx="1554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(d) Global trait variability is wide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4D964B-6E98-3F9E-68AC-699701BAD50F}"/>
              </a:ext>
            </a:extLst>
          </p:cNvPr>
          <p:cNvSpPr txBox="1"/>
          <p:nvPr/>
        </p:nvSpPr>
        <p:spPr>
          <a:xfrm>
            <a:off x="33832800" y="23774399"/>
            <a:ext cx="15544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(f) Locally, many optimal strategies exist</a:t>
            </a:r>
          </a:p>
        </p:txBody>
      </p:sp>
      <p:pic>
        <p:nvPicPr>
          <p:cNvPr id="7" name="Picture 6" descr="A close-up of a diagram&#10;&#10;AI-generated content may be incorrect.">
            <a:extLst>
              <a:ext uri="{FF2B5EF4-FFF2-40B4-BE49-F238E27FC236}">
                <a16:creationId xmlns:a16="http://schemas.microsoft.com/office/drawing/2014/main" id="{1B0217CE-770C-2E46-1B10-CBD8AC1CE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0" y="11766797"/>
            <a:ext cx="15544800" cy="7772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48443D-394C-D352-5207-1F21AB4EDC5D}"/>
              </a:ext>
            </a:extLst>
          </p:cNvPr>
          <p:cNvSpPr txBox="1"/>
          <p:nvPr/>
        </p:nvSpPr>
        <p:spPr>
          <a:xfrm>
            <a:off x="16916400" y="20171829"/>
            <a:ext cx="15544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PC1: Water use efficiency (</a:t>
            </a:r>
            <a:r>
              <a:rPr lang="en-US" sz="4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iWUE</a:t>
            </a:r>
            <a:r>
              <a:rPr lang="en-US" sz="4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x nitrogen use (</a:t>
            </a:r>
            <a:r>
              <a:rPr lang="en-US" sz="4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</a:t>
            </a:r>
            <a:r>
              <a:rPr lang="en-US" sz="4400" baseline="-25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photo</a:t>
            </a:r>
            <a:r>
              <a:rPr lang="en-US" sz="4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tradeoff axis</a:t>
            </a:r>
          </a:p>
          <a:p>
            <a:r>
              <a:rPr lang="en-US" sz="4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PC2: Nitrogen use efficiency (PNUE) x water use (</a:t>
            </a:r>
            <a:r>
              <a:rPr lang="en-US" sz="4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</a:t>
            </a:r>
            <a:r>
              <a:rPr lang="en-US" sz="4400" baseline="-25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sw</a:t>
            </a:r>
            <a:r>
              <a:rPr lang="en-US" sz="4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tradeoff axis, where we find net carbon assimilation (A</a:t>
            </a:r>
            <a:r>
              <a:rPr lang="en-US" sz="44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net</a:t>
            </a:r>
            <a:r>
              <a:rPr lang="en-US" sz="4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r>
              <a:rPr lang="en-US" sz="4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PC3: Carbon cost tradeoff axis (R</a:t>
            </a:r>
            <a:r>
              <a:rPr lang="en-US" sz="44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d25</a:t>
            </a:r>
            <a:r>
              <a:rPr lang="en-US" sz="4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LMA)</a:t>
            </a:r>
          </a:p>
        </p:txBody>
      </p:sp>
      <p:pic>
        <p:nvPicPr>
          <p:cNvPr id="10" name="Picture 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BA7BFC27-1FA7-E463-3342-37F7228D9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0" y="26082721"/>
            <a:ext cx="15192142" cy="8180383"/>
          </a:xfrm>
          <a:prstGeom prst="rect">
            <a:avLst/>
          </a:prstGeom>
        </p:spPr>
      </p:pic>
      <p:pic>
        <p:nvPicPr>
          <p:cNvPr id="13" name="Picture 12" descr="A diagram of a cluster of particles&#10;&#10;AI-generated content may be incorrect.">
            <a:extLst>
              <a:ext uri="{FF2B5EF4-FFF2-40B4-BE49-F238E27FC236}">
                <a16:creationId xmlns:a16="http://schemas.microsoft.com/office/drawing/2014/main" id="{E405AFC9-3C76-A982-EEA5-63EC5F9CA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0" y="12188373"/>
            <a:ext cx="7772400" cy="7772400"/>
          </a:xfrm>
          <a:prstGeom prst="rect">
            <a:avLst/>
          </a:prstGeom>
        </p:spPr>
      </p:pic>
      <p:pic>
        <p:nvPicPr>
          <p:cNvPr id="15" name="Picture 14" descr="A group of graphs showing different colors&#10;&#10;AI-generated content may be incorrect.">
            <a:extLst>
              <a:ext uri="{FF2B5EF4-FFF2-40B4-BE49-F238E27FC236}">
                <a16:creationId xmlns:a16="http://schemas.microsoft.com/office/drawing/2014/main" id="{10B320F3-FA2D-CC85-400E-B1304140D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0" y="26082722"/>
            <a:ext cx="15192142" cy="8180383"/>
          </a:xfrm>
          <a:prstGeom prst="rect">
            <a:avLst/>
          </a:prstGeom>
        </p:spPr>
      </p:pic>
      <p:pic>
        <p:nvPicPr>
          <p:cNvPr id="19" name="Picture 18" descr="A map of the united states&#10;&#10;AI-generated content may be incorrect.">
            <a:extLst>
              <a:ext uri="{FF2B5EF4-FFF2-40B4-BE49-F238E27FC236}">
                <a16:creationId xmlns:a16="http://schemas.microsoft.com/office/drawing/2014/main" id="{70CC88BF-BDC2-4130-C291-7A5E3CF4DF4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9492" b="16840"/>
          <a:stretch>
            <a:fillRect/>
          </a:stretch>
        </p:blipFill>
        <p:spPr>
          <a:xfrm>
            <a:off x="3886200" y="32972188"/>
            <a:ext cx="7772400" cy="494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231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</TotalTime>
  <Words>140</Words>
  <Application>Microsoft Macintosh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Nick</dc:creator>
  <cp:lastModifiedBy>Smith, Nick</cp:lastModifiedBy>
  <cp:revision>8</cp:revision>
  <dcterms:created xsi:type="dcterms:W3CDTF">2025-11-17T16:00:33Z</dcterms:created>
  <dcterms:modified xsi:type="dcterms:W3CDTF">2025-11-17T20:04:36Z</dcterms:modified>
</cp:coreProperties>
</file>